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Unbounded"/>
      <p:regular r:id="rId14"/>
    </p:embeddedFont>
    <p:embeddedFont>
      <p:font typeface="Unbounded"/>
      <p:regular r:id="rId15"/>
    </p:embeddedFont>
    <p:embeddedFont>
      <p:font typeface="Open Sans"/>
      <p:regular r:id="rId16"/>
    </p:embeddedFont>
    <p:embeddedFont>
      <p:font typeface="Open Sans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531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FlareGuard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0207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Institutional-grade crypto risk operations dashboard and Chrome extension, built on Flare Network's cutting-edge infrastructure including FTSO V2 oracle feeds, FDC attestation concepts, and Smart Account simulations for automated risk management.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008840"/>
            <a:ext cx="594360" cy="1524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16391"/>
            <a:ext cx="853440" cy="1524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23942"/>
            <a:ext cx="6858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82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107" y="3057882"/>
            <a:ext cx="8888492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Hybrid Architecture Overview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67107" y="3939421"/>
            <a:ext cx="4304943" cy="2790706"/>
          </a:xfrm>
          <a:prstGeom prst="roundRect">
            <a:avLst>
              <a:gd name="adj" fmla="val 28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5346" y="4137660"/>
            <a:ext cx="571857" cy="571857"/>
          </a:xfrm>
          <a:prstGeom prst="roundRect">
            <a:avLst>
              <a:gd name="adj" fmla="val 15988412"/>
            </a:avLst>
          </a:prstGeom>
          <a:solidFill>
            <a:srgbClr val="26A6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628" y="4294942"/>
            <a:ext cx="257294" cy="257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5346" y="4900136"/>
            <a:ext cx="3396496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Full-Screen Dashboard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65346" y="5312212"/>
            <a:ext cx="3908465" cy="121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web interface at localhost:5173 with complete analytics, risk monitoring, and institutional-grade controls for DeFi operations management.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162669" y="3939421"/>
            <a:ext cx="4304943" cy="2790706"/>
          </a:xfrm>
          <a:prstGeom prst="roundRect">
            <a:avLst>
              <a:gd name="adj" fmla="val 28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60908" y="4137660"/>
            <a:ext cx="571857" cy="571857"/>
          </a:xfrm>
          <a:prstGeom prst="roundRect">
            <a:avLst>
              <a:gd name="adj" fmla="val 15988412"/>
            </a:avLst>
          </a:prstGeom>
          <a:solidFill>
            <a:srgbClr val="26A6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8190" y="4294942"/>
            <a:ext cx="257294" cy="2572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0908" y="4900136"/>
            <a:ext cx="2433995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MV3 Popup HUD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5360908" y="5312212"/>
            <a:ext cx="3908465" cy="121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Compact 400×600 Chrome extension providing real-time risk gauge, favorite assets, liquidity shield status, and quick access to full dashboard.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658231" y="3939421"/>
            <a:ext cx="4305062" cy="2790706"/>
          </a:xfrm>
          <a:prstGeom prst="roundRect">
            <a:avLst>
              <a:gd name="adj" fmla="val 28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856470" y="4137660"/>
            <a:ext cx="571857" cy="571857"/>
          </a:xfrm>
          <a:prstGeom prst="roundRect">
            <a:avLst>
              <a:gd name="adj" fmla="val 15988412"/>
            </a:avLst>
          </a:prstGeom>
          <a:solidFill>
            <a:srgbClr val="26A6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3752" y="4294942"/>
            <a:ext cx="257294" cy="2572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56470" y="4900136"/>
            <a:ext cx="3348395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Dual Operating Modes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856470" y="5312212"/>
            <a:ext cx="3908584" cy="1219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 between Live mode (real FTSO V2 feeds on Flare Coston2) and Demo mode (scripted simulations with manual control panel for presentations).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7107" y="6944558"/>
            <a:ext cx="13296186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Coverage spans blue-chip crypto assets including BTC, ETH, XRP, FLR, SOL, and USDC with customizable watchlists, comprehensive event logging, and automated liquidation protection controls.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964" y="737830"/>
            <a:ext cx="7742873" cy="125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 Architecture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6964" y="2489002"/>
            <a:ext cx="3627239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Live Data &amp; Risk Intelligence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86964" y="3439716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FTSO V2 Live Feeds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Resilient RPC rotation with live heartbeat monitoring and real-time risk assessment tables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86964" y="4790361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Engine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Multi-factor analysis combining volatility metrics, volume pressure indicators, and pump detection signals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86964" y="6141006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Liquidation Shield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Automated protection toggle with emergency withdrawal controls and complete audit trail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310217" y="2489002"/>
            <a:ext cx="3627239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Simulation &amp; Integration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10310217" y="3439716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Account Simulations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Automated proof generation and action logging when risk thresholds are breached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10217" y="4790361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Control Panel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Manual event triggering for market crashes, risk spikes, and scripted scenario replay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10217" y="6141006"/>
            <a:ext cx="3627239" cy="128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Wallet Integration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MetaMask detection with network enforcement and instant FLR balance synchronization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7972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Extension Capabilities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3717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Popup HUD Interface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Streamlined 400×600 layout displaying favorite assets, unified risk gauge, liquidity shield status indicator, and direct dashboard launch button.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833449"/>
            <a:ext cx="4967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Background Service Worker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32386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monitoring with dynamic badge text and color based on current risk levels, minute-interval alarms, and extensible alert hooks.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4540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Unified Persistence Layer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useExtensionStorage hook maintains wallet addresses, watchlist preferences, and auto-protect settings synchronized across web dashboard and chrome.storage.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47679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Institutional UX Standards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system logging, contextual alert toasts, asset search functionality, live feed modal details, responsive layouts, and shadcn/ui components.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5162" y="446842"/>
            <a:ext cx="6612136" cy="507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Flare Network Integration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055162" y="1198364"/>
            <a:ext cx="8006477" cy="1241822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78022" y="1221224"/>
            <a:ext cx="649962" cy="1196102"/>
          </a:xfrm>
          <a:prstGeom prst="roundRect">
            <a:avLst>
              <a:gd name="adj" fmla="val 6281"/>
            </a:avLst>
          </a:prstGeom>
          <a:solidFill>
            <a:srgbClr val="D6F5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332" y="1697355"/>
            <a:ext cx="243721" cy="2437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90385" y="1383625"/>
            <a:ext cx="279499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FTSO V2 Oracle Feeds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890385" y="1734860"/>
            <a:ext cx="698599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on-chain oracle integration via ftsoService.ts using ethers v6, delivering trustless price data with sub-second latency and automatic RPC failover.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55162" y="2602587"/>
            <a:ext cx="8006477" cy="1241822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78022" y="2625447"/>
            <a:ext cx="649962" cy="1196102"/>
          </a:xfrm>
          <a:prstGeom prst="roundRect">
            <a:avLst>
              <a:gd name="adj" fmla="val 6281"/>
            </a:avLst>
          </a:prstGeom>
          <a:solidFill>
            <a:srgbClr val="D6F5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7332" y="3101578"/>
            <a:ext cx="243721" cy="2437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90385" y="2787848"/>
            <a:ext cx="3602474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FDC Attestation (Simulated)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890385" y="3139083"/>
            <a:ext cx="698599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Pre-trade proof verification implementing FDC-style checks with comprehensive logging in custom hooks, demonstrating compliance-ready attestation workflows.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55162" y="4006810"/>
            <a:ext cx="8006477" cy="1241822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78022" y="4029670"/>
            <a:ext cx="649962" cy="1196102"/>
          </a:xfrm>
          <a:prstGeom prst="roundRect">
            <a:avLst>
              <a:gd name="adj" fmla="val 6281"/>
            </a:avLst>
          </a:prstGeom>
          <a:solidFill>
            <a:srgbClr val="D6F5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7332" y="4505801"/>
            <a:ext cx="243721" cy="2437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90385" y="4192072"/>
            <a:ext cx="3618190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Smart Accounts (Simulated)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890385" y="4543306"/>
            <a:ext cx="698599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rebalancing and collateral adjustment actions triggered when risk crosses configurable thresholds, with full transaction simulation and audit trails.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055162" y="5411033"/>
            <a:ext cx="8006477" cy="1241822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78022" y="5433893"/>
            <a:ext cx="649962" cy="1196102"/>
          </a:xfrm>
          <a:prstGeom prst="roundRect">
            <a:avLst>
              <a:gd name="adj" fmla="val 6281"/>
            </a:avLst>
          </a:prstGeom>
          <a:solidFill>
            <a:srgbClr val="D6F5E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7332" y="5910024"/>
            <a:ext cx="243721" cy="2437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90385" y="5596295"/>
            <a:ext cx="3017639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FAssets Bridge Monitor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890385" y="5947529"/>
            <a:ext cx="698599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divergence tracking between native BTC and wrapped FBTC to identify bridge risk exposure and potential depegging events before they impact positions.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55162" y="6835616"/>
            <a:ext cx="8006477" cy="950476"/>
          </a:xfrm>
          <a:prstGeom prst="roundRect">
            <a:avLst>
              <a:gd name="adj" fmla="val 7181"/>
            </a:avLst>
          </a:prstGeom>
          <a:solidFill>
            <a:srgbClr val="C1F1E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563" y="7086957"/>
            <a:ext cx="203121" cy="1624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83085" y="7038618"/>
            <a:ext cx="731615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Philosophy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Client-side analytics consume trustless oracle data without on-chain writes, optimizing for speed, minimizing gas costs, and preserving user privacy.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196"/>
            <a:ext cx="10149721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Technical Stack &amp; Risk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55" y="1873568"/>
            <a:ext cx="4934426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2955" y="2516743"/>
            <a:ext cx="5578793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React 19 with TypeScript, Tailwind v4, and shadcn/ui components for institutional-grade interfaces.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2955" y="3791783"/>
            <a:ext cx="5578793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Layer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use-flare.ts orchestrates prices, wallet state, event logs, risk calculations, watchlist management, and smart account demos.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2955" y="5066824"/>
            <a:ext cx="5578793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Blockchain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ethers v6 BrowserProvider and JsonRpcProvider with automatic RPC fallback for maximum resilience.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2955" y="6341864"/>
            <a:ext cx="5578793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Extension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MV3 popup, background service worker, and content script using Vite multi-entry build configuration.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15150" y="1873568"/>
            <a:ext cx="4798576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Risk Scoring Algorithm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15150" y="2516743"/>
            <a:ext cx="6939796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Multi-signal risk engine combining three core indicators: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915150" y="3075980"/>
            <a:ext cx="693979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Volatility Signal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(40% weight): Price variance normalized to 0-100 scale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915150" y="3870008"/>
            <a:ext cx="693979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 Pressure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(20% weight): EWMA of price movements relative to trading volume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915150" y="4664035"/>
            <a:ext cx="693979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Pump Probability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(40% weight): RSI overheating, order book thinness, and volume-price divergence detection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915150" y="5581174"/>
            <a:ext cx="693979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risk score: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(vol/100) × 0.4 + volumeSignal × 0.2 + pumpProb × 0.4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clamped to 0-1 range and displayed as 0-100 percentage.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700" y="357188"/>
            <a:ext cx="501836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Build, Deploy &amp; Roadmap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700" y="1022985"/>
            <a:ext cx="4573667" cy="519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4597" y="1672471"/>
            <a:ext cx="16240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Installation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84597" y="1953339"/>
            <a:ext cx="431387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20+, npm 10+ required. Install dependencies with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then launch development server or build production bundle.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367" y="1022985"/>
            <a:ext cx="4573667" cy="519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8264" y="1672471"/>
            <a:ext cx="166389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Extension Setup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158264" y="1953339"/>
            <a:ext cx="431387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with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load unpacked extension from dist/ folder in Chrome, and access popup HUD from toolbar icon.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033" y="1022985"/>
            <a:ext cx="4573667" cy="5195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31931" y="1672471"/>
            <a:ext cx="20720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Development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31931" y="1953339"/>
            <a:ext cx="431387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Multi-tenant profiles with server persistence, webhook/Slack alerts, historical replay with oracle snapshots, and real on-chain automation.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54700" y="2709720"/>
            <a:ext cx="13721001" cy="23813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454700" y="3009424"/>
            <a:ext cx="1948815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Commands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4700" y="3382923"/>
            <a:ext cx="810577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Launch web dashboard at localhost:5173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4700" y="3636050"/>
            <a:ext cx="810577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Generate production bundle with multi-entry support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4700" y="3889177"/>
            <a:ext cx="810577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preview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Serve production build locally for testing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4700" y="4142303"/>
            <a:ext cx="8105775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Execute code quality checks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4700" y="4466987"/>
            <a:ext cx="8105775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Requirements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MetaMask with Flare Mainnet (chain ID 14) or Coston2 Testnet (chain ID 114). Automatic network switching enforced on wallet connection.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039" y="3025616"/>
            <a:ext cx="5298162" cy="52981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5039" y="8469868"/>
            <a:ext cx="5298162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 Licensed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Open source project encouraging community contributions and institutional adoption.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2025-12-07T07:47:48Z</dcterms:created>
  <dcterms:modified xsi:type="dcterms:W3CDTF">2025-12-07T07:47:48Z</dcterms:modified>
</cp:coreProperties>
</file>