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Roboto Slab"/>
      <p:regular r:id="rId17"/>
    </p:embeddedFont>
    <p:embeddedFont>
      <p:font typeface="Roboto Slab"/>
      <p:regular r:id="rId18"/>
    </p:embeddedFont>
    <p:embeddedFont>
      <p:font typeface="Roboto"/>
      <p:regular r:id="rId19"/>
    </p:embeddedFont>
    <p:embeddedFont>
      <p:font typeface="Roboto"/>
      <p:regular r:id="rId20"/>
    </p:embeddedFont>
    <p:embeddedFont>
      <p:font typeface="Roboto"/>
      <p:regular r:id="rId21"/>
    </p:embeddedFont>
    <p:embeddedFont>
      <p:font typeface="Roboto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slideLayout" Target="../slideLayouts/slideLayout9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FlareGuard: Cross-Chain Safety Intelligence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risk monitoring powered by Flare's decentralized oracle ecosystem—protecting DeFi users across chains.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564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2701528"/>
            <a:ext cx="88097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DeFi Users Navigate Risk Blindly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3954542"/>
            <a:ext cx="62447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DeFi platforms leave users vulnerable to market volatility, liquidation cascades, and cross-chain inconsistencies. Without real-time safety metrics, users can't make informed decisions about when to enter or exit positions.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954542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FlareGuard solves this by aggregating decentralized price data, computing risk scores for individual tokens and entire markets, and delivering actionable safety intelligence through an intuitive interface.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9465" y="880586"/>
            <a:ext cx="7717869" cy="127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Architecture: Four Flare Technologies Working Together</a:t>
            </a:r>
            <a:endParaRPr lang="en-US" sz="40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465" y="2459355"/>
            <a:ext cx="1018699" cy="12224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21880" y="2663071"/>
            <a:ext cx="2546747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FTSO Price Feeds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7421880" y="3103483"/>
            <a:ext cx="6495455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Decentralized oracle data provides baseline price information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465" y="3681770"/>
            <a:ext cx="1018699" cy="122241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21880" y="3885486"/>
            <a:ext cx="2546747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FDC Queries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7421880" y="4325898"/>
            <a:ext cx="6495455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 queries time-series data via Flare Data Connector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465" y="4904184"/>
            <a:ext cx="1018699" cy="122241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21880" y="5107900"/>
            <a:ext cx="2546747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Risk Engine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7421880" y="5548313"/>
            <a:ext cx="6495455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Computes per-token scores and market safety aggregates</a:t>
            </a:r>
            <a:endParaRPr lang="en-US" sz="16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465" y="6126599"/>
            <a:ext cx="1018699" cy="122241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421880" y="6330315"/>
            <a:ext cx="2546747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Smart Account</a:t>
            </a:r>
            <a:endParaRPr lang="en-US" sz="2000" dirty="0"/>
          </a:p>
        </p:txBody>
      </p:sp>
      <p:sp>
        <p:nvSpPr>
          <p:cNvPr id="15" name="Text 8"/>
          <p:cNvSpPr/>
          <p:nvPr/>
        </p:nvSpPr>
        <p:spPr>
          <a:xfrm>
            <a:off x="7421880" y="6770727"/>
            <a:ext cx="6495455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On-chain state updates via updateRisk function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597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Flow Pipeline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0838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663428"/>
            <a:ext cx="4196358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2837736"/>
            <a:ext cx="38934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FTSO feeds deliver price data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328154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token prices from Flare's Time Series Oracle network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16962" y="230838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962" y="2663428"/>
            <a:ext cx="4196358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6962" y="2837736"/>
            <a:ext cx="40275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FDC enables historical queries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16962" y="3328154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 pulls time-series data to analyze volatility patterns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9640133" y="230838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2663428"/>
            <a:ext cx="4196358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40133" y="2837736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Risk computation happens off-chain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40133" y="3682484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 engine calculates individual token risk and aggregate market safety scores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93790" y="516802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7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500330"/>
            <a:ext cx="6407944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93790" y="5697379"/>
            <a:ext cx="43160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Smart Account receives updates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93790" y="6187797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On-chain state synchronized via updateRisk function call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7428548" y="516802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17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8548" y="5500330"/>
            <a:ext cx="6407944" cy="30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28548" y="5697379"/>
            <a:ext cx="36062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Frontend visualizes results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7428548" y="6187797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 see real-time risk dashboards combining API data and smart account status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5646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8066" y="3130391"/>
            <a:ext cx="9189958" cy="64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Cross-Chain Intelligence with FAssets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18066" y="4284345"/>
            <a:ext cx="5563076" cy="384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Comparing Native vs. Wrapped Assets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18066" y="4874181"/>
            <a:ext cx="7716322" cy="984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FlareGuard pulls data for both BTC and FAsset BTC, computing independent risk scores for each. The backend analyzes the delta between native and wrapped asset risk profiles.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18066" y="6043136"/>
            <a:ext cx="7716322" cy="656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cross-chain comparison reveals arbitrage opportunities, peg stability issues, and liquidity differences—critical intelligence for sophisticated DeFi users.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942546" y="4412456"/>
            <a:ext cx="4977289" cy="676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300"/>
              </a:lnSpc>
              <a:buNone/>
            </a:pPr>
            <a:r>
              <a:rPr lang="en-US" sz="5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2x</a:t>
            </a:r>
            <a:endParaRPr lang="en-US" sz="5300" dirty="0"/>
          </a:p>
        </p:txBody>
      </p:sp>
      <p:sp>
        <p:nvSpPr>
          <p:cNvPr id="8" name="Text 5"/>
          <p:cNvSpPr/>
          <p:nvPr/>
        </p:nvSpPr>
        <p:spPr>
          <a:xfrm>
            <a:off x="10148887" y="5345787"/>
            <a:ext cx="2564606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Asset pairs analyzed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942546" y="6179106"/>
            <a:ext cx="4977289" cy="676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300"/>
              </a:lnSpc>
              <a:buNone/>
            </a:pPr>
            <a:r>
              <a:rPr lang="en-US" sz="5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&lt;5ms</a:t>
            </a:r>
            <a:endParaRPr lang="en-US" sz="5300" dirty="0"/>
          </a:p>
        </p:txBody>
      </p:sp>
      <p:sp>
        <p:nvSpPr>
          <p:cNvPr id="10" name="Text 7"/>
          <p:cNvSpPr/>
          <p:nvPr/>
        </p:nvSpPr>
        <p:spPr>
          <a:xfrm>
            <a:off x="10148887" y="7112437"/>
            <a:ext cx="2564606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Comparison latency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18843"/>
            <a:ext cx="124397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Feature Showcase: Judging Criteria Alignment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81250"/>
            <a:ext cx="4196358" cy="4629507"/>
          </a:xfrm>
          <a:prstGeom prst="roundRect">
            <a:avLst>
              <a:gd name="adj" fmla="val 811"/>
            </a:avLst>
          </a:prstGeom>
          <a:solidFill>
            <a:srgbClr val="E9ECF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2608064"/>
            <a:ext cx="680442" cy="68044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7770" y="2795111"/>
            <a:ext cx="306110" cy="3061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0604" y="35153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Completion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0604" y="400573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Fully functional backend risk engine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020604" y="481083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account integration deployed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1020604" y="5615940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frontend dashboard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1020604" y="605813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End-to-end data pipeline operational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5216962" y="2381250"/>
            <a:ext cx="4196358" cy="4629507"/>
          </a:xfrm>
          <a:prstGeom prst="roundRect">
            <a:avLst>
              <a:gd name="adj" fmla="val 811"/>
            </a:avLst>
          </a:prstGeom>
          <a:solidFill>
            <a:srgbClr val="E9ECF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3776" y="2608064"/>
            <a:ext cx="680442" cy="680442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0942" y="2795111"/>
            <a:ext cx="306110" cy="30611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443776" y="35153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Originality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5443776" y="400573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to combine all four Flare technologies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5443776" y="481083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Novel cross-chain safety comparison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5443776" y="561594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risk aggregation methodology</a:t>
            </a:r>
            <a:endParaRPr lang="en-US" sz="1750" dirty="0"/>
          </a:p>
        </p:txBody>
      </p:sp>
      <p:sp>
        <p:nvSpPr>
          <p:cNvPr id="18" name="Shape 12"/>
          <p:cNvSpPr/>
          <p:nvPr/>
        </p:nvSpPr>
        <p:spPr>
          <a:xfrm>
            <a:off x="9640133" y="2381250"/>
            <a:ext cx="4196358" cy="4629507"/>
          </a:xfrm>
          <a:prstGeom prst="roundRect">
            <a:avLst>
              <a:gd name="adj" fmla="val 811"/>
            </a:avLst>
          </a:prstGeom>
          <a:solidFill>
            <a:srgbClr val="E9ECF2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6948" y="2608064"/>
            <a:ext cx="680442" cy="680442"/>
          </a:xfrm>
          <a:prstGeom prst="rect">
            <a:avLst/>
          </a:prstGeom>
        </p:spPr>
      </p:pic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54114" y="2795111"/>
            <a:ext cx="306110" cy="30611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866948" y="35153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Learning</a:t>
            </a:r>
            <a:endParaRPr lang="en-US" sz="2200" dirty="0"/>
          </a:p>
        </p:txBody>
      </p:sp>
      <p:sp>
        <p:nvSpPr>
          <p:cNvPr id="22" name="Text 14"/>
          <p:cNvSpPr/>
          <p:nvPr/>
        </p:nvSpPr>
        <p:spPr>
          <a:xfrm>
            <a:off x="9866948" y="4005739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 dive into FTSO mechanics</a:t>
            </a:r>
            <a:endParaRPr lang="en-US" sz="1750" dirty="0"/>
          </a:p>
        </p:txBody>
      </p:sp>
      <p:sp>
        <p:nvSpPr>
          <p:cNvPr id="23" name="Text 15"/>
          <p:cNvSpPr/>
          <p:nvPr/>
        </p:nvSpPr>
        <p:spPr>
          <a:xfrm>
            <a:off x="9866948" y="4447937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Mastered FDC historical queries</a:t>
            </a:r>
            <a:endParaRPr lang="en-US" sz="1750" dirty="0"/>
          </a:p>
        </p:txBody>
      </p:sp>
      <p:sp>
        <p:nvSpPr>
          <p:cNvPr id="24" name="Text 16"/>
          <p:cNvSpPr/>
          <p:nvPr/>
        </p:nvSpPr>
        <p:spPr>
          <a:xfrm>
            <a:off x="9866948" y="4890135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FAssets integration patterns</a:t>
            </a:r>
            <a:endParaRPr lang="en-US" sz="1750" dirty="0"/>
          </a:p>
        </p:txBody>
      </p:sp>
      <p:sp>
        <p:nvSpPr>
          <p:cNvPr id="25" name="Text 17"/>
          <p:cNvSpPr/>
          <p:nvPr/>
        </p:nvSpPr>
        <p:spPr>
          <a:xfrm>
            <a:off x="9866948" y="533233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account state management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01698"/>
            <a:ext cx="57091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Technical Excellence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250638"/>
            <a:ext cx="7556421" cy="2093714"/>
          </a:xfrm>
          <a:prstGeom prst="roundRect">
            <a:avLst>
              <a:gd name="adj" fmla="val 1625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51084" y="25079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Design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51084" y="2998351"/>
            <a:ext cx="704183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Intuitive dashboard with color-coded risk indicators, real-time charts, and mobile-responsive layout. Clean architecture separates concerns between data ingestion, computation, and presentation layers.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4571167"/>
            <a:ext cx="7556421" cy="2456617"/>
          </a:xfrm>
          <a:prstGeom prst="roundRect">
            <a:avLst>
              <a:gd name="adj" fmla="val 1385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084" y="48284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Innovation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51084" y="5318879"/>
            <a:ext cx="704183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Market safety score aggregation algorithm synthesizes individual token risks into actionable ecosystem-wide metrics. Smart account integration enables on-chain verifiable risk assessments accessible to other protocols.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91112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Flare Technology Integration Map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FTSO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51967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Baseline price feeds for all monitored tokens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5633" y="3396377"/>
            <a:ext cx="339328" cy="33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FDC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351967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Historical time-series data retrieval for volatility analysis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75201" y="3396377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FAssets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804535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Cross-chain asset comparison and peg monitoring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75201" y="5655945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Smart Accounts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804535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On-chain state management via updateRisk function</a:t>
            </a:r>
            <a:endParaRPr lang="en-US" sz="17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15633" y="5655945"/>
            <a:ext cx="339328" cy="3393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7754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60-Second Pitch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326481"/>
            <a:ext cx="7556421" cy="2555796"/>
          </a:xfrm>
          <a:prstGeom prst="roundRect">
            <a:avLst>
              <a:gd name="adj" fmla="val 1331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581" y="2220873"/>
            <a:ext cx="272177" cy="272177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042" y="4715708"/>
            <a:ext cx="272177" cy="272177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650831" y="2697123"/>
            <a:ext cx="681513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FlareGuard is a real-time DeFi safety dashboard that uses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four Flare technologies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protect users from market risk. We pull price data from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FTSO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query historical patterns via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FDC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compare native and wrapped assets using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FAssets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store verifiable risk scores on-chain through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Flare Smart Accounts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sp>
        <p:nvSpPr>
          <p:cNvPr id="8" name="Text 3"/>
          <p:cNvSpPr/>
          <p:nvPr/>
        </p:nvSpPr>
        <p:spPr>
          <a:xfrm>
            <a:off x="6280190" y="5137428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backend computes per-token risk scores and aggregates them into a market safety index. Users get actionable intelligence: green means safe to deploy capital, yellow suggests caution, red signals elevated risk. By combining all four Flare primitives, we've built the first comprehensive cross-chain safety monitoring system for DeFi.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8403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Impact &amp; Next Steps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95978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We've Built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561189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Production-ready risk monitoring system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605409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integration across Flare's technology stack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49628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Scalable architecture supporting multiple chains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693848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codebase for community contributions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599521" y="495978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Roadmap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7599521" y="561189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Expand to 50+ token pairs and additional chains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599521" y="605409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Machine learning models for predictive risk scoring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599521" y="649628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Protocol partnerships for embedded risk widgets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599521" y="693848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Mobile app with push notifications for risk alerts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2025-12-06T12:49:27Z</dcterms:created>
  <dcterms:modified xsi:type="dcterms:W3CDTF">2025-12-06T12:49:27Z</dcterms:modified>
</cp:coreProperties>
</file>